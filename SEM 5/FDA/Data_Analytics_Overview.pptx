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3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F6B7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D98E04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DATA ANALYTICS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Prescriptive Analytics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 Analyst Careers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· Applications · Analytics vs Analysis · Roles &amp; Careers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280160" cy="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Benefits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599182" cy="397764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5311" y="2331720"/>
            <a:ext cx="822960" cy="822960"/>
          </a:xfrm>
          <a:prstGeom prst="ellipse">
            <a:avLst/>
          </a:prstGeom>
          <a:solidFill>
            <a:srgbClr val="0F6B72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45311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3337560"/>
            <a:ext cx="20871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Decision-Making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4114800"/>
            <a:ext cx="20871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data into evidence-based insight, replacing guesswork with informed, confident business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8990" y="1965960"/>
            <a:ext cx="2599182" cy="397764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37101" y="2331720"/>
            <a:ext cx="822960" cy="822960"/>
          </a:xfrm>
          <a:prstGeom prst="ellipse">
            <a:avLst/>
          </a:prstGeom>
          <a:solidFill>
            <a:srgbClr val="D98E04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37101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05022" y="3337560"/>
            <a:ext cx="20871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5022" y="4114800"/>
            <a:ext cx="20871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inefficiencies and waste across operations, helping organizations cut unnecessary spending.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0780" y="1965960"/>
            <a:ext cx="2599182" cy="397764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28891" y="2331720"/>
            <a:ext cx="822960" cy="822960"/>
          </a:xfrm>
          <a:prstGeom prst="ellipse">
            <a:avLst/>
          </a:prstGeom>
          <a:solidFill>
            <a:srgbClr val="0F6B72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28891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6812" y="3337560"/>
            <a:ext cx="20871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Efficiency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6812" y="4114800"/>
            <a:ext cx="20871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processes and automates reporting, freeing teams to focus on higher-value work.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2570" y="1965960"/>
            <a:ext cx="2599182" cy="3977640"/>
          </a:xfrm>
          <a:prstGeom prst="roundRect">
            <a:avLst>
              <a:gd name="adj" fmla="val 2814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20681" y="2331720"/>
            <a:ext cx="822960" cy="822960"/>
          </a:xfrm>
          <a:prstGeom prst="ellipse">
            <a:avLst/>
          </a:prstGeom>
          <a:solidFill>
            <a:srgbClr val="D98E04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20681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88602" y="3337560"/>
            <a:ext cx="20871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88602" y="4114800"/>
            <a:ext cx="20871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market trends and customer behavior ahead of competitors who rely on intuition alone.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Data Analytics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7530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31136"/>
            <a:ext cx="128016" cy="128016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16712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outcome prediction, treatment optimization, resource planning.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6824" y="1965960"/>
            <a:ext cx="357530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231136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216712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6864" y="267919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credit risk scoring, algorithmic trading.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6448" y="1965960"/>
            <a:ext cx="357530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49056" y="2231136"/>
            <a:ext cx="128016" cy="128016"/>
          </a:xfrm>
          <a:prstGeom prst="ellipse">
            <a:avLst/>
          </a:prstGeom>
          <a:solidFill>
            <a:srgbClr val="0E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16712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E-commerce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76488" y="267919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recommendations, inventory forecasting, pricing.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357530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334256"/>
            <a:ext cx="128016" cy="128016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27024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78231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segmentation, campaign performance, churn prediction.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06824" y="4069080"/>
            <a:ext cx="357530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9432" y="4334256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3" name="Text 21"/>
          <p:cNvSpPr/>
          <p:nvPr/>
        </p:nvSpPr>
        <p:spPr>
          <a:xfrm>
            <a:off x="4837176" y="427024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26864" y="478231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maintenance, quality control, supply-chain optimization.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6448" y="4069080"/>
            <a:ext cx="357530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49056" y="4334256"/>
            <a:ext cx="128016" cy="128016"/>
          </a:xfrm>
          <a:prstGeom prst="ellipse">
            <a:avLst/>
          </a:prstGeom>
          <a:solidFill>
            <a:srgbClr val="0E2A3D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427024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&amp; Logistics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76488" y="478231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optimization, demand forecasting, fleet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vs. Data Analytics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65960"/>
            <a:ext cx="5120640" cy="502920"/>
          </a:xfrm>
          <a:prstGeom prst="rect">
            <a:avLst/>
          </a:prstGeom>
          <a:solidFill>
            <a:srgbClr val="0F6B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816352"/>
            <a:ext cx="109728" cy="109728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6700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past data to understand what already happened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392424"/>
            <a:ext cx="109728" cy="109728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2461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/ process step within the analytics lifecycle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968496"/>
            <a:ext cx="109728" cy="109728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82219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cleaning, organizing, and interpreting datasets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544568"/>
            <a:ext cx="109728" cy="109728"/>
          </a:xfrm>
          <a:prstGeom prst="ellipse">
            <a:avLst/>
          </a:prstGeom>
          <a:solidFill>
            <a:srgbClr val="0F6B72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439826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reviewing last quarter's sales figures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1112" y="196596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11112" y="1965960"/>
            <a:ext cx="5120640" cy="50292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31152" y="2816352"/>
            <a:ext cx="109728" cy="1097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6700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discipline covering tools, techniques, and processes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31152" y="3392424"/>
            <a:ext cx="109728" cy="1097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32461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analysis plus modeling, statistics, and prediction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31152" y="3968496"/>
            <a:ext cx="109728" cy="1097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82219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forward-looking, strategic decision-making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31152" y="4544568"/>
            <a:ext cx="109728" cy="10972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439826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building a model to forecast next quarter's sales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41264" y="3291840"/>
            <a:ext cx="1097280" cy="1097280"/>
          </a:xfrm>
          <a:prstGeom prst="ellipse">
            <a:avLst/>
          </a:prstGeom>
          <a:solidFill>
            <a:srgbClr val="0E2A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3291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COMPARED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vs. Business Intelligence Analyst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017520" cy="566928"/>
          </a:xfrm>
          <a:prstGeom prst="rect">
            <a:avLst/>
          </a:prstGeom>
          <a:solidFill>
            <a:srgbClr val="0E2A3D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965960"/>
            <a:ext cx="4128516" cy="566928"/>
          </a:xfrm>
          <a:prstGeom prst="rect">
            <a:avLst/>
          </a:prstGeom>
          <a:solidFill>
            <a:srgbClr val="0F6B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3236" y="1965960"/>
            <a:ext cx="4128516" cy="566928"/>
          </a:xfrm>
          <a:prstGeom prst="rect">
            <a:avLst/>
          </a:prstGeom>
          <a:solidFill>
            <a:srgbClr val="D98E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03236" y="1965960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ANALYST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532888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3236" y="2532888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328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2532888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processes, requirements, and strategy gaps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03236" y="2532888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systems, dashboards, and reporting infrastructure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3017520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191256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3236" y="3191256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9125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Activity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191256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business needs with technical solutions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03236" y="3191256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data into visual, actionable reports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9624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849624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3236" y="3849624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962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0" y="3849624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docs, process maps, stakeholder interviews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03236" y="3849624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Tableau, SQL, data warehouses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07992"/>
            <a:ext cx="3017520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4507992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3236" y="4507992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079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Output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74720" y="4507992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 documents, process improvements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03236" y="4507992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KPI reports, trend visualizations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5166360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03236" y="5166360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166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74720" y="5166360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and process-oriented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03236" y="5166360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metrics-oriented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COMPARED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vs. Data Scientist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017520" cy="566928"/>
          </a:xfrm>
          <a:prstGeom prst="rect">
            <a:avLst/>
          </a:prstGeom>
          <a:solidFill>
            <a:srgbClr val="0E2A3D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965960"/>
            <a:ext cx="4128516" cy="566928"/>
          </a:xfrm>
          <a:prstGeom prst="rect">
            <a:avLst/>
          </a:prstGeom>
          <a:solidFill>
            <a:srgbClr val="0F6B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3236" y="1965960"/>
            <a:ext cx="4128516" cy="566928"/>
          </a:xfrm>
          <a:prstGeom prst="rect">
            <a:avLst/>
          </a:prstGeom>
          <a:solidFill>
            <a:srgbClr val="D98E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03236" y="1965960"/>
            <a:ext cx="4128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532888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03236" y="2532888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328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2532888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existing data to answer specific questions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03236" y="2532888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models to predict future outcomes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3017520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191256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3236" y="3191256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9125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191256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Excel, Power BI/Tableau, statistics basics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03236" y="3191256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Python/R, advanced statistics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9624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849624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3236" y="3849624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962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Orientation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0" y="3849624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descriptive — what happened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03236" y="3849624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predictive — what will happen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07992"/>
            <a:ext cx="3017520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4507992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3236" y="4507992"/>
            <a:ext cx="4128516" cy="658368"/>
          </a:xfrm>
          <a:prstGeom prst="rect">
            <a:avLst/>
          </a:prstGeom>
          <a:solidFill>
            <a:srgbClr val="EFF3F4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079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Output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74720" y="4507992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dashboards, trend summaries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03236" y="4507992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models, algorithms, data products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5166360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03236" y="5166360"/>
            <a:ext cx="412851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1663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74720" y="5166360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clean, structured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03236" y="5166360"/>
            <a:ext cx="41285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works with raw, unstructured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a Data Analyst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E2A3D"/>
          </a:solidFill>
          <a:ln/>
          <a:effectLst>
            <a:outerShdw sx="100000" sy="100000" kx="0" ky="0" algn="bl" rotWithShape="0" blurRad="101600" dist="38100" dir="5400000">
              <a:srgbClr val="1B2A33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889504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43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clean data from multiple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392424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and statistical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895344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49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 and visualizations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398264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51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trends, patterns, and anomalies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901184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754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to stakeholders clearly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404104"/>
            <a:ext cx="91440" cy="9144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257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decision-making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196596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2240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SKILLSETS REQUIRED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2834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65392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Excel · Python/R · Power BI or Tableau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65392" y="3493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65392" y="3767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· Hypothesis testing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65392" y="4151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65392" y="44256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structuring · Pattern recognition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392" y="48097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65392" y="5084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· Stakeholder presentations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65392" y="5468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65392" y="5742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acumen relevant to the industry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2026-08-06T03:57:54Z</dcterms:created>
  <dcterms:modified xsi:type="dcterms:W3CDTF">2026-08-06T03:57:54Z</dcterms:modified>
</cp:coreProperties>
</file>