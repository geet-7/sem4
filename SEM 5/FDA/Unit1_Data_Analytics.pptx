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0182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0182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Analytics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•  Importance  •  Types of Data Analytics</a:t>
            </a:r>
            <a:endParaRPr lang="en-US" sz="1500" dirty="0"/>
          </a:p>
        </p:txBody>
      </p:sp>
      <p:pic>
        <p:nvPicPr>
          <p:cNvPr id="8" name="Image 0" descr="icon_intro_white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241280" y="53035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Data Analytics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92240" cy="4206240"/>
          </a:xfrm>
          <a:prstGeom prst="roundRect">
            <a:avLst>
              <a:gd name="adj" fmla="val 260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8288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of examining raw data to uncover patterns, draw conclusions, and support decision-making.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3300984"/>
            <a:ext cx="109728" cy="10972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313639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statistics, computing, and domain knowledge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3922776"/>
            <a:ext cx="109728" cy="10972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75818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raw, unstructured data into actionable insight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4544568"/>
            <a:ext cx="109728" cy="109728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37997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industries — business, healthcare, finance, tech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52360" y="1554480"/>
            <a:ext cx="4069080" cy="4206240"/>
          </a:xfrm>
          <a:prstGeom prst="roundRect">
            <a:avLst>
              <a:gd name="adj" fmla="val 2697"/>
            </a:avLst>
          </a:prstGeom>
          <a:solidFill>
            <a:srgbClr val="1B2A4A"/>
          </a:solidFill>
          <a:ln/>
        </p:spPr>
      </p:sp>
      <p:pic>
        <p:nvPicPr>
          <p:cNvPr id="12" name="Image 0" descr="icon_intr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965960"/>
            <a:ext cx="960120" cy="960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80960" y="3063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0" y="33649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680960" y="3703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680960" y="400507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80960" y="4343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Data Analytics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information into a competitive advantage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240280"/>
            <a:ext cx="822960" cy="822960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6" name="Image 0" descr="icon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Decisions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guesswork with data-backed choices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2240280"/>
            <a:ext cx="822960" cy="822960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11" name="Image 1" descr="icon_c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337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57600" y="38862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inefficiencies and saves resources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0900" y="2240280"/>
            <a:ext cx="822960" cy="822960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16" name="Image 2" descr="icon_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337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8862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progress against real goals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4400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35540" y="2240280"/>
            <a:ext cx="822960" cy="822960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21" name="Image 3" descr="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0" y="24688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33375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Customer Insight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26880" y="38862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behavior, needs, and trends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Data Analytics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approaches that answer four different questions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0F9B8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2606040" cy="2286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242316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9B8E"/>
            </a:solidFill>
            <a:prstDash val="solid"/>
          </a:ln>
        </p:spPr>
      </p:sp>
      <p:pic>
        <p:nvPicPr>
          <p:cNvPr id="9" name="Image 0" descr="icon_descrip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5877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Analytics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3794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past data — dashboards, reports, trends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16916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3E7CB1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4720" y="1965960"/>
            <a:ext cx="2606040" cy="22860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34840" y="242316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7CB1"/>
            </a:solidFill>
            <a:prstDash val="solid"/>
          </a:ln>
        </p:spPr>
      </p:sp>
      <p:pic>
        <p:nvPicPr>
          <p:cNvPr id="17" name="Image 1" descr="icon_diagnost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58775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Analytics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657600" y="3794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root causes behind past outcomes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309360" y="16916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936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7C5CBF"/>
          </a:solidFill>
          <a:ln/>
        </p:spPr>
      </p:sp>
      <p:sp>
        <p:nvSpPr>
          <p:cNvPr id="22" name="Shape 18"/>
          <p:cNvSpPr/>
          <p:nvPr/>
        </p:nvSpPr>
        <p:spPr>
          <a:xfrm>
            <a:off x="6309360" y="1965960"/>
            <a:ext cx="2606040" cy="22860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might happen?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269480" y="242316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5CBF"/>
            </a:solidFill>
            <a:prstDash val="solid"/>
          </a:ln>
        </p:spPr>
      </p:sp>
      <p:pic>
        <p:nvPicPr>
          <p:cNvPr id="25" name="Image 2" descr="icon_predict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2587752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080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492240" y="3794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patterns and models to forecast the future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144000" y="1691640"/>
            <a:ext cx="2606040" cy="3794760"/>
          </a:xfrm>
          <a:prstGeom prst="roundRect">
            <a:avLst>
              <a:gd name="adj" fmla="val 421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44000" y="1691640"/>
            <a:ext cx="2606040" cy="502920"/>
          </a:xfrm>
          <a:prstGeom prst="roundRect">
            <a:avLst>
              <a:gd name="adj" fmla="val 21818"/>
            </a:avLst>
          </a:prstGeom>
          <a:solidFill>
            <a:srgbClr val="D17A3E"/>
          </a:solidFill>
          <a:ln/>
        </p:spPr>
      </p:sp>
      <p:sp>
        <p:nvSpPr>
          <p:cNvPr id="30" name="Shape 25"/>
          <p:cNvSpPr/>
          <p:nvPr/>
        </p:nvSpPr>
        <p:spPr>
          <a:xfrm>
            <a:off x="9144000" y="1965960"/>
            <a:ext cx="2606040" cy="228600"/>
          </a:xfrm>
          <a:prstGeom prst="rect">
            <a:avLst/>
          </a:prstGeom>
          <a:solidFill>
            <a:srgbClr val="D17A3E"/>
          </a:solidFill>
          <a:ln/>
        </p:spPr>
      </p:sp>
      <p:sp>
        <p:nvSpPr>
          <p:cNvPr id="31" name="Text 26"/>
          <p:cNvSpPr/>
          <p:nvPr/>
        </p:nvSpPr>
        <p:spPr>
          <a:xfrm>
            <a:off x="9235440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10104120" y="242316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7A3E"/>
            </a:solidFill>
            <a:prstDash val="solid"/>
          </a:ln>
        </p:spPr>
      </p:sp>
      <p:pic>
        <p:nvPicPr>
          <p:cNvPr id="33" name="Image 3" descr="icon_prescript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140" y="2587752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3544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Analytics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9326880" y="3794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actions to achieve the best outcome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2026-08-05T01:45:18Z</dcterms:created>
  <dcterms:modified xsi:type="dcterms:W3CDTF">2026-08-05T01:45:18Z</dcterms:modified>
</cp:coreProperties>
</file>